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Attention Patterns and CoT Faithfulness</a:t>
            </a:r>
          </a:p>
          <a:p>
            <a:pPr>
              <a:defRPr sz="2400">
                <a:solidFill>
                  <a:srgbClr val="52514E"/>
                </a:solidFill>
              </a:defRPr>
            </a:pPr>
            <a:r>
              <a:t>A project journey: hypothesis -&gt; feedback -&gt; controls -&gt; answer</a:t>
            </a:r>
          </a:p>
          <a:p>
            <a:pPr>
              <a:defRPr sz="1800">
                <a:solidFill>
                  <a:srgbClr val="52514E"/>
                </a:solidFill>
              </a:defRPr>
            </a:pPr>
            <a:r>
              <a:t>Yulia Volkova | Athena Fellowship -&gt; MATS 9.1 | Nov 2025 -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Initial hypothesis (Nov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If attention attribution reflects how models use information, then:</a:t>
            </a:r>
          </a:p>
          <a:p>
            <a:pPr lvl="1"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Faithful CoT (verbalizes the hint it follows) -&gt; focused attention on key sentences</a:t>
            </a:r>
          </a:p>
          <a:p>
            <a:pPr lvl="1"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Unfaithful CoT (follows silently, post-hoc rationalization) -&gt; diffuse attention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Operationalized via Thought Anchors (Bogdan et al. 2025): receiver heads =</a:t>
            </a:r>
          </a:p>
          <a:p>
            <a:pPr lvl="1"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attention heads with high kurtosis over sentence-level received attention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If true: a white-box, unsupervised faithfulness monitor for deployed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Setting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Model: DeepSeek-R1-Distill-Qwen-14B | Datasets: MMLU (143), GPQA-Diamond (186)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Cue: 'A Stanford professor thinks the answer is (X)' with X != ground truth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20 rollouts per problem -&gt; label: verbalizing (mentions cue) vs silent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Problem filters: low no-reasoning accuracy, cue-response gap &gt;= 0.5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Attention: sentence-level vert scores -&gt; per-head kurtosis -&gt; receiver heads</a:t>
            </a:r>
          </a:p>
        </p:txBody>
      </p:sp>
      <p:pic>
        <p:nvPicPr>
          <p:cNvPr id="4" name="Picture 3" descr="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20440"/>
            <a:ext cx="6858000" cy="210964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Original findings (Jan 2026, thought-anchors-faithfulness.vercel.app)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1. Faithful CoT showed higher kurtosis (GPQA p=0.04, rollout-level)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2. Reasoning-only receiver heads barely overlap between groups (n.s.)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3. Unfaithful CoT followed the cue more (80-91% vs 66-71%)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4. Universal receiver heads across datasets and conditions (p&lt;0.001)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Interactive webapp for exploring attention per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Feedback round (Feb-Mar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Adam Karvonen: bigger n, second model family, p&lt;0.01; kurtosis-as-unsupervised-</a:t>
            </a:r>
          </a:p>
          <a:p>
            <a:pPr lvl="1"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metric is the contribution, supervised probes are easy; optimize the pipeline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Goodfire (Jack Merullo, Sid Boppana): killer app = unknown-cue detection;</a:t>
            </a:r>
          </a:p>
          <a:p>
            <a:pPr lvl="1"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three-legged evidence (kurtosis + probe + attention blocking); FlashAttention caveat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Uzay Macar: probes with kurtosis as unsupervised metric; precise research question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Daria &amp; Riya: verify cue presence is not the only source of receiver heads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Meanwhile, the field moved (Dec 2025 - Jul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Zaman &amp; Srivastava (ACL 2026): hint-verbalization is a flawed faithfulness label;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non-verbalized hints still causally mediate through the CoT; faithful@k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Arcuschin et al.: black-box pipeline finds unverbalized biases (~$100/bias,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population-level only)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Rationalization probes (2603.17199): supervised activation probes detect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motivated reasoning, AUC 65-82%, even before CoT generation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-&gt; reframe: the open question is the UNSUPERVISED attention signal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Control 1: cue-conditioning (Daria &amp; Riya's check)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Cue sentence was never in the metric (drop_first ate position 0) -&gt; cue salience</a:t>
            </a:r>
          </a:p>
          <a:p>
            <a:pPr lvl="1"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cannot explain the kurtosis gap; but position 0 = attention sink (design flaw)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GPQA: faithful/unfaithful gap persists in UNCUED rollouts (d~1.2)</a:t>
            </a:r>
          </a:p>
          <a:p>
            <a:pPr lvl="1"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-&gt; gap tracks problem identity, not faithful behavior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PI-level stats: original p=0.04 was a rollout-level artifact (best honest p=0.056)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Control 2: is the anchor just the cue restatement?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Cue-mention sentences are usually NOT the top-attended sentences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Removing them changes kurtosis by &lt;1% (points on the diagonal)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Dominant spike = first reasoning sentence, not the cue</a:t>
            </a:r>
          </a:p>
        </p:txBody>
      </p:sp>
      <p:pic>
        <p:nvPicPr>
          <p:cNvPr id="4" name="Picture 3" descr="abla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20440"/>
            <a:ext cx="4206240" cy="4034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The decisive experiment: within-problem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Confound-proof design: compare verbalizing vs silent rollouts of the SAME problem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76 mixed problems (42 MMLU, 34 GPQA), 3+3 rollouts each = 456 rollouts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Teacher-forced re-extraction through the generating 14B on one H100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New pipeline: attention pooled to sentence level inside the attention kernel,</a:t>
            </a:r>
          </a:p>
          <a:p>
            <a:pPr lvl="1"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in 8-head chunks -&gt; 14B x 8k tokens feasible (~45 GB peak saved)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Same forward passes also save activations -&gt; supervised probe baseline for free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Result: a 'signal' appears - and dissolves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Paired within-problem kurtosis: d=0.42, p&lt;0.001, 74% of problems positive...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...but kurtosis correlates rho=0.98 with rollout length,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and verbalizing rollouts are +19 sentences longer (same 76% positive)</a:t>
            </a:r>
          </a:p>
        </p:txBody>
      </p:sp>
      <p:pic>
        <p:nvPicPr>
          <p:cNvPr id="4" name="Picture 3" descr="kurt_vs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20440"/>
            <a:ext cx="5669280" cy="36632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Length controls: the signal is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Length-residualized paired test: p=0.53, 46% positive (coin flip)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Length-matched pairs (|dn|&lt;=5): concordance 0.549 ~ chance (133 pairs)</a:t>
            </a:r>
          </a:p>
        </p:txBody>
      </p:sp>
      <p:pic>
        <p:nvPicPr>
          <p:cNvPr id="4" name="Picture 3" descr="paired_di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20440"/>
            <a:ext cx="7498079" cy="29992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The supervised ceiling: internals do contain the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Activation probe (GroupKFold by problem): post-CoT AUC 0.83, pre-CoT 0.64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Kurtosis within-problem AUC 0.65 - and adds NOTHING on top of the probe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Detection of unverbalized cue use is possible - but needs supervision</a:t>
            </a:r>
          </a:p>
        </p:txBody>
      </p:sp>
      <p:pic>
        <p:nvPicPr>
          <p:cNvPr id="4" name="Picture 3" descr="auc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20440"/>
            <a:ext cx="6217920" cy="33754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The hypothesized unsupervised attention signature of (un)faithful CoT does not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exist once length and problem identity are controlled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Earlier positive results (incl. mine) were length + problem-selection artifacts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Positive findings: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Verbalization costs ~19 sentences (supports the incompleteness account)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Pre-CoT activations predict upcoming verbalization (AUC 0.64)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Memory-safe receiver-head extraction at 14B/8k scale (reusable pipeline)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Hiring setting: strong INVERTED targeted-attention signal (next slides)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The diffuseness test: entropy (strict criteria, 25 problems)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Normalized attention entropy (length-invariant by design), 1,556 rollouts extracted;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analysis on the 25 problems meeting ALL original criteria (383 rollouts)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Raw: verbalizing MORE diffuse (opposite sign, p=0.03) - but entropy still tracks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length (rho 0.49-0.72), and verbalizing rollouts are longer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Length-residualized: d ~ 0.0 (p=0.73) | length-matched pairs: P = 0.516/0.488 (chance)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Verdict: NO diffuseness difference in either direction - every global attention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statistic inherits the verbalization-length coupling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6834"/>
                </a:solidFill>
              </a:defRPr>
            </a:pPr>
            <a:r>
              <a:t>Hiring setting (Karvonen &amp; Marks): the inverted positive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Targeted test: attention from the decision token to the candidate's NAME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(gemma-3-12b-it, 111 resumes x 4 names x 4 prompts; ground truth = delta p(yes))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The model attends to the name LESS when the name causally drives the decision: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resume-level Spearman -0.64 (p=4e-14); -0.57 controlling decision confidence;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length NOT a confound (rho -0.04); detector AUC ~0.87 (inverted)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Interpretations: covert absorption during prefill vs learned attention suppression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Usable risk signal: low overt attention to a sensitive attribute + borderline</a:t>
            </a:r>
          </a:p>
          <a:p>
            <a:pPr lvl="1"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decision -&gt; elevated risk of covert influence</a:t>
            </a:r>
          </a:p>
        </p:txBody>
      </p:sp>
      <p:pic>
        <p:nvPicPr>
          <p:cNvPr id="4" name="Picture 3" descr="hiring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20440"/>
            <a:ext cx="4754880" cy="31203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Open threads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Distinguish absorption vs suppression: name-swap ablation mid-forward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Replicate inverted attention result on Gemma-3-27B / Mistral-Small (data ready)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Design fixes for any CoT successor: cue mid-prompt, generous token budget,</a:t>
            </a:r>
          </a:p>
          <a:p>
            <a:pPr lvl="1"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within-problem comparisons only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Write-up: null (global statistics) + positive (targeted attention) + probe baselines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